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36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photo (Unsplash): https://unsplash.com/photos/a-blue-car-driving-down-a-race-track-HCwyrhViKMU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Photo (Unsplash): https://unsplash.com/photos/shallow-focus-photo-of-speedometer-HnCphysiQQk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sources)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sources)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sources)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sources)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ace_car.jp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" y="2057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Speed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Аркадные гонки на Unity • тайм‑атака • соперники‑боты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" y="3886200"/>
            <a:ext cx="5669280" cy="1005840"/>
          </a:xfrm>
          <a:prstGeom prst="rect">
            <a:avLst/>
          </a:prstGeom>
          <a:solidFill>
            <a:srgbClr val="0B0D12">
              <a:alpha val="90000"/>
            </a:srgbClr>
          </a:solidFill>
          <a:ln w="12700">
            <a:solidFill>
              <a:srgbClr val="11182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405079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Ярослав Исхаков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ru-RU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соло</a:t>
            </a: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презентация (6 слайдов)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37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приложения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6294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Speed • Unity • C#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 о проекте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6492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Аркадная гонка «на время»: проехать круг(и) максимально быстро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Чёткая обратная связь: таймер круга, время предыдущего круга, сравнение результата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Соперники‑боты для ощущения гонки и давления темпа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Простое управление (WASD) — низкий порог входа</a:t>
            </a:r>
            <a:endParaRPr lang="en-US" sz="1800" dirty="0"/>
          </a:p>
          <a:p>
            <a:pPr marL="228600" indent="-2286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Меню, пауза, рестарт и выход в главное меню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35240" y="960120"/>
            <a:ext cx="425196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0" name="Image 0" descr="/mnt/data/speedometer.jpg"/>
          <p:cNvPicPr>
            <a:picLocks noChangeAspect="1"/>
          </p:cNvPicPr>
          <p:nvPr/>
        </p:nvPicPr>
        <p:blipFill>
          <a:blip r:embed="rId3"/>
          <a:srcRect l="22531" r="22531"/>
          <a:stretch/>
        </p:blipFill>
        <p:spPr>
          <a:xfrm>
            <a:off x="7726680" y="1051560"/>
            <a:ext cx="4069080" cy="4937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5440680"/>
            <a:ext cx="4069080" cy="54864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55778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на скорости и таймингах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37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функционал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6294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Speed • Unity • C#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умеет игра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5166360" cy="1234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91640"/>
            <a:ext cx="164592" cy="777240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6642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машиной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299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W/S — газ/тормоз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A/D — поворот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926080"/>
            <a:ext cx="5166360" cy="1234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154680"/>
            <a:ext cx="164592" cy="777240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1272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Круги и таймер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4930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круг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круга в реальном времени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389120"/>
            <a:ext cx="5166360" cy="1234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617720"/>
            <a:ext cx="164592" cy="777240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5902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результата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9560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предыдущего круга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сравнение: быстрее/медленнее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1463040"/>
            <a:ext cx="5166360" cy="1234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1691640"/>
            <a:ext cx="164592" cy="777240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6642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Соперники‑боты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202996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заезд вместе с AI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обгоны и конкуренция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926080"/>
            <a:ext cx="5166360" cy="1234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3154680"/>
            <a:ext cx="164592" cy="777240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1272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Игровые состояния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349300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меню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пауза, рестарт, выход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55080" y="4389120"/>
            <a:ext cx="5166360" cy="1234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4617720"/>
            <a:ext cx="164592" cy="777240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5902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и UI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49560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следует за авто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HUD: круги/таймер/результат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37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сценариев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6294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Speed • Unity • C#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игрок взаимодействует с игрой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85800" y="1554480"/>
            <a:ext cx="36118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1: быстрый заезд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176272"/>
            <a:ext cx="29718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Игрок нажимает PLAY в меню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Стартует гонка на трассе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Проезжает круг как можно быстрее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Видит время круга и сравнение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554480"/>
            <a:ext cx="36118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7830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2: тренировка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176272"/>
            <a:ext cx="29718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Фокус на улучшении времени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После круга анализирует результат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При ошибке — рестарт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Повторяет до нового рекорда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66760" y="1554480"/>
            <a:ext cx="31546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0" y="17830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3: гонка с ботами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0" y="2176272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Боты стартуют вместе с игроком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Игрок обгоняет и держит темп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Давление соперников мотивирует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Победа — лучший круг + позиция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37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программы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6294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Speed • Unity • C#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Логическая архитектура (упрощённо)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3566160" cy="44805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1945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MainMenu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PauseOverlay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690372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 (Scripts)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2514600" cy="868680"/>
          </a:xfrm>
          <a:prstGeom prst="rect">
            <a:avLst/>
          </a:prstGeom>
          <a:solidFill>
            <a:srgbClr val="0B0D1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4414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CarController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71576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физика, газ/тормоз, поворот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2331720"/>
            <a:ext cx="2514600" cy="868680"/>
          </a:xfrm>
          <a:prstGeom prst="rect">
            <a:avLst/>
          </a:prstGeom>
          <a:solidFill>
            <a:srgbClr val="0B0D1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4414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LapTracker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35240" y="271576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круги, таймер, сравнение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429000"/>
            <a:ext cx="2514600" cy="868680"/>
          </a:xfrm>
          <a:prstGeom prst="rect">
            <a:avLst/>
          </a:prstGeom>
          <a:solidFill>
            <a:srgbClr val="0B0D1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538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UIManager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81304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и меню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52360" y="3429000"/>
            <a:ext cx="2514600" cy="868680"/>
          </a:xfrm>
          <a:prstGeom prst="rect">
            <a:avLst/>
          </a:prstGeom>
          <a:solidFill>
            <a:srgbClr val="0B0D1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3538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35240" y="381304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соперники на трассе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4526280"/>
            <a:ext cx="2514600" cy="868680"/>
          </a:xfrm>
          <a:prstGeom prst="rect">
            <a:avLst/>
          </a:prstGeom>
          <a:solidFill>
            <a:srgbClr val="0B0D1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6360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CameraFollow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491032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 3rd‑person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4526280"/>
            <a:ext cx="2514600" cy="868680"/>
          </a:xfrm>
          <a:prstGeom prst="rect">
            <a:avLst/>
          </a:prstGeom>
          <a:solidFill>
            <a:srgbClr val="0B0D1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6360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35240" y="491032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пауза/рестарт/выход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86200" y="3337560"/>
            <a:ext cx="640080" cy="548640"/>
          </a:xfrm>
          <a:prstGeom prst="rightArrow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2"/>
          </a:solidFill>
          <a:ln w="12700">
            <a:solidFill>
              <a:srgbClr val="0B0D12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2E"/>
          </a:solidFill>
          <a:ln w="12700">
            <a:solidFill>
              <a:srgbClr val="E11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GitHub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527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11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https://github.com/Popopopapopa/NeedMoreSpeedUnity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Дальнейшие улучшения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416052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трасс и режимов (спринт, чекпоинты)</a:t>
            </a: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Улучшение AI ботов (обгоны, траектории)</a:t>
            </a: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рекордов (локально/онлайн)</a:t>
            </a: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машин и базовая кастомизация</a:t>
            </a:r>
            <a:endParaRPr lang="en-US" sz="1800" dirty="0"/>
          </a:p>
          <a:p>
            <a:pPr marL="228600" indent="-228600">
              <a:lnSpc>
                <a:spcPct val="118000"/>
              </a:lnSpc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Эффекты (звук, частицы, пост‑обработка)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419</Words>
  <Application>Microsoft Office PowerPoint</Application>
  <PresentationFormat>Широкоэкранный</PresentationFormat>
  <Paragraphs>92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Yaroslav Iskhakov</dc:creator>
  <cp:lastModifiedBy>ITSTART</cp:lastModifiedBy>
  <cp:revision>2</cp:revision>
  <dcterms:created xsi:type="dcterms:W3CDTF">2026-03-01T03:47:09Z</dcterms:created>
  <dcterms:modified xsi:type="dcterms:W3CDTF">2026-03-01T04:28:22Z</dcterms:modified>
</cp:coreProperties>
</file>